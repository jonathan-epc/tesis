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61" r:id="rId3"/>
    <p:sldId id="258" r:id="rId4"/>
    <p:sldId id="259" r:id="rId5"/>
    <p:sldId id="260" r:id="rId6"/>
    <p:sldId id="262" r:id="rId7"/>
    <p:sldId id="263" r:id="rId8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5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1D7161-FF49-4D07-8903-99936DD5649F}" type="datetimeFigureOut">
              <a:rPr lang="es-CL" smtClean="0"/>
              <a:t>05-04-2024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2E306C-13A2-4643-A7A4-689A77130B1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65488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2E306C-13A2-4643-A7A4-689A77130B1B}" type="slidenum">
              <a:rPr lang="es-CL" smtClean="0"/>
              <a:t>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381570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E83C2D-4D67-F46B-0214-367B0AB247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9869CCA-C20E-2B4A-F9D4-73686BDE60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5E111DF-CD55-9E62-DB79-237212824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0FEC-331B-402F-8F94-5F5D731C9C2B}" type="datetimeFigureOut">
              <a:rPr lang="es-CL" smtClean="0"/>
              <a:t>05-04-2024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3CBB82-AE45-EC52-7BBD-D833EF377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4664DBB-3CE6-1925-19AB-850C85B1B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B08F0-A9E9-4412-9C3E-3BC9D0EAF61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43520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4B58D9-EE46-A5FB-68B4-E2AA92685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C849FB-0088-06B5-0BE8-08F382492F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89A1BB2-0017-DF29-AFF3-1ECEC97B9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0FEC-331B-402F-8F94-5F5D731C9C2B}" type="datetimeFigureOut">
              <a:rPr lang="es-CL" smtClean="0"/>
              <a:t>05-04-2024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2257A9-6957-51FF-2C25-DA056DE4F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8C0473B-6F5E-A231-7757-B36A5BA47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B08F0-A9E9-4412-9C3E-3BC9D0EAF61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15257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7ADE87-7FE3-E06B-54FB-FBE54F67A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4A4F148-E494-A2CF-21B0-5F353E5E91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8822FDD-9E46-540D-A456-53C673638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0FEC-331B-402F-8F94-5F5D731C9C2B}" type="datetimeFigureOut">
              <a:rPr lang="es-CL" smtClean="0"/>
              <a:t>05-04-2024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FEC718A-97CD-74E4-E1EC-C90C874AD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4DD6529-37E1-1600-FDA0-A3EAA9621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B08F0-A9E9-4412-9C3E-3BC9D0EAF61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00280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BD940D-7553-96E2-72B8-B7517F0FA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8F63C1B-AB40-8E22-FAC4-3F2FB21190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7CEB2D3-B759-F78D-3552-0936E2DAA9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85E7C80-DD70-E47E-1559-349D26E52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0FEC-331B-402F-8F94-5F5D731C9C2B}" type="datetimeFigureOut">
              <a:rPr lang="es-CL" smtClean="0"/>
              <a:t>05-04-2024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2C8712C-AF7E-DB0A-3567-5C1CDF412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641C9E2-569B-C072-F813-E32A29C3A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B08F0-A9E9-4412-9C3E-3BC9D0EAF61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67434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39AB4C-56B2-8F34-8AA5-BFF9AB0B0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76320F8-C68A-4A51-55F3-9BEB0F10D9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EC2E5EE-DA59-2E95-1523-92FA15D304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0B7EE25-232A-056A-8714-E0A98B64C1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3F9B3FE-232A-EC12-F66C-1C98ED6B0C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2069E22-B34B-00D3-3F4D-237A09F96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0FEC-331B-402F-8F94-5F5D731C9C2B}" type="datetimeFigureOut">
              <a:rPr lang="es-CL" smtClean="0"/>
              <a:t>05-04-2024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E29456F-1627-4AB9-BDFE-1D27D4E7C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BC06175-CD9E-E384-2875-ADB6F3638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B08F0-A9E9-4412-9C3E-3BC9D0EAF61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94034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12AAEB-6B53-2B76-97C3-352F7F0AB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81DE9F7-AC2E-61B5-5E9F-AA2EA5EDF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0FEC-331B-402F-8F94-5F5D731C9C2B}" type="datetimeFigureOut">
              <a:rPr lang="es-CL" smtClean="0"/>
              <a:t>05-04-2024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4AB4AA1-5CC7-CE6A-EF66-26DD2890F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A57616F-618B-A3F1-ABFA-28EE171D4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B08F0-A9E9-4412-9C3E-3BC9D0EAF61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41657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BFC8D0D-666D-8702-C039-A281EB0DE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0FEC-331B-402F-8F94-5F5D731C9C2B}" type="datetimeFigureOut">
              <a:rPr lang="es-CL" smtClean="0"/>
              <a:t>05-04-2024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8915E4F-26BF-B8D0-4834-504483D7E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53F9D4A-45BA-E6F0-99E6-44042B3ED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B08F0-A9E9-4412-9C3E-3BC9D0EAF61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184504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A1DFB2-4356-DD4C-1956-ABA542A51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6C630E-FDED-6E7C-6B93-F7AF8A2FB1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A4751AC-831C-D82A-F3FE-993BC13063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7ABE133-2B1D-1075-E0DD-FB5EB9002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0FEC-331B-402F-8F94-5F5D731C9C2B}" type="datetimeFigureOut">
              <a:rPr lang="es-CL" smtClean="0"/>
              <a:t>05-04-2024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10A89F1-E41B-498C-6455-D33F8584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D20E717-7809-FC93-2EA2-95AE54953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B08F0-A9E9-4412-9C3E-3BC9D0EAF61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04296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3275C0-7E1D-886E-134E-32A8076EC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60090EE-946B-1CD9-EA79-339A291C96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C22C42F-1E9A-24A7-A407-BFD434BECE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D8F8A66-13A2-E79D-0890-BA14FA88B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0FEC-331B-402F-8F94-5F5D731C9C2B}" type="datetimeFigureOut">
              <a:rPr lang="es-CL" smtClean="0"/>
              <a:t>05-04-2024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2C43E43-5F5F-146E-4F1D-43C652A5A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7AE92E3-5775-6273-E50E-8247172D8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B08F0-A9E9-4412-9C3E-3BC9D0EAF61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11171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AEBB5A-E309-90A7-BFA9-708B1A706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875C79B-412B-5BDE-5A6B-48B8F32A59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37B164F-FCCD-E5FB-EC6F-94B2ED2A8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0FEC-331B-402F-8F94-5F5D731C9C2B}" type="datetimeFigureOut">
              <a:rPr lang="es-CL" smtClean="0"/>
              <a:t>05-04-2024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B667F4-C5FF-191A-2524-7C05E6A21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370987-C499-F90B-7159-565258A11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B08F0-A9E9-4412-9C3E-3BC9D0EAF61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90074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169E75A-8D82-C85C-C36E-4F5AB2C4EC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466E931-88CF-3164-5326-082D4AA063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0B999F2-C0A9-7E3A-E47F-4918234E8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0FEC-331B-402F-8F94-5F5D731C9C2B}" type="datetimeFigureOut">
              <a:rPr lang="es-CL" smtClean="0"/>
              <a:t>05-04-2024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F3C260C-4396-4D48-4564-038AA6EEA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2367CC-C3BA-9861-80D3-89DD30198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B08F0-A9E9-4412-9C3E-3BC9D0EAF61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72449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DA71DD5-291A-7141-8373-9524DD9B5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BE6E53B-3BD3-D312-E572-EBC1CD5F01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484B1DB-0141-164B-A577-10D1751F6E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8A0FEC-331B-402F-8F94-5F5D731C9C2B}" type="datetimeFigureOut">
              <a:rPr lang="es-CL" smtClean="0"/>
              <a:t>05-04-2024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867E3A6-C344-72AF-8074-13EAF2563D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DB32C8B-4F70-6EA8-DBB7-3F352D90BC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8B08F0-A9E9-4412-9C3E-3BC9D0EAF61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13168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image" Target="../media/image7.png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9B37791B-B040-4694-BFDC-8DD132D86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9A59B10-9D94-4C5B-8BF0-95928DCE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354E31B9-72DD-4DE4-B3E3-4395530BEC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68738192-1FEA-49E1-BFF3-6D1C324A5C4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F3C51644-0F34-453B-92B8-9FF33932E2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8ADB9AB8-2EB4-4B5E-9A1E-84F2E44D91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95F439B0-E080-4B01-85AF-D226A85BA4F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EDEC643B-AA3F-4913-B411-1458BCEF26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D21E80AE-E8B9-A8C9-1B9C-1C2D57DFD0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20676"/>
            <a:ext cx="5257801" cy="2308324"/>
          </a:xfrm>
        </p:spPr>
        <p:txBody>
          <a:bodyPr>
            <a:normAutofit/>
          </a:bodyPr>
          <a:lstStyle/>
          <a:p>
            <a:pPr algn="l"/>
            <a:r>
              <a:rPr lang="es-CL" sz="7200">
                <a:solidFill>
                  <a:schemeClr val="bg1"/>
                </a:solidFill>
              </a:rPr>
              <a:t>Avance de tesis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F8677BC-9B76-DC60-95B1-433041E41E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5024" y="3809999"/>
            <a:ext cx="7025753" cy="1012778"/>
          </a:xfrm>
        </p:spPr>
        <p:txBody>
          <a:bodyPr>
            <a:normAutofit/>
          </a:bodyPr>
          <a:lstStyle/>
          <a:p>
            <a:pPr algn="l"/>
            <a:r>
              <a:rPr lang="es-CL" sz="2200">
                <a:solidFill>
                  <a:schemeClr val="bg1"/>
                </a:solidFill>
              </a:rPr>
              <a:t>Utilización de aprendizaje de máquinas en simulaciones hidrodinámicas de canales abiertos y comparación con modelo numérico</a:t>
            </a:r>
          </a:p>
        </p:txBody>
      </p:sp>
    </p:spTree>
    <p:extLst>
      <p:ext uri="{BB962C8B-B14F-4D97-AF65-F5344CB8AC3E}">
        <p14:creationId xmlns:p14="http://schemas.microsoft.com/office/powerpoint/2010/main" val="2322389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100000">
              <a:schemeClr val="accent1">
                <a:lumMod val="0"/>
                <a:lumOff val="100000"/>
              </a:schemeClr>
            </a:gs>
          </a:gsLst>
          <a:lin ang="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7" name="Grupo 2086">
            <a:extLst>
              <a:ext uri="{FF2B5EF4-FFF2-40B4-BE49-F238E27FC236}">
                <a16:creationId xmlns:a16="http://schemas.microsoft.com/office/drawing/2014/main" id="{33BC02DA-7F60-5DA4-A652-DAD0B11A5CCB}"/>
              </a:ext>
            </a:extLst>
          </p:cNvPr>
          <p:cNvGrpSpPr/>
          <p:nvPr/>
        </p:nvGrpSpPr>
        <p:grpSpPr>
          <a:xfrm>
            <a:off x="2295681" y="3497763"/>
            <a:ext cx="7600638" cy="2771633"/>
            <a:chOff x="1057540" y="3497763"/>
            <a:chExt cx="7600638" cy="2771633"/>
          </a:xfrm>
        </p:grpSpPr>
        <p:grpSp>
          <p:nvGrpSpPr>
            <p:cNvPr id="2075" name="Grupo 2074">
              <a:extLst>
                <a:ext uri="{FF2B5EF4-FFF2-40B4-BE49-F238E27FC236}">
                  <a16:creationId xmlns:a16="http://schemas.microsoft.com/office/drawing/2014/main" id="{4539A5EF-78C4-B01C-836D-36758DDA016D}"/>
                </a:ext>
              </a:extLst>
            </p:cNvPr>
            <p:cNvGrpSpPr/>
            <p:nvPr/>
          </p:nvGrpSpPr>
          <p:grpSpPr>
            <a:xfrm>
              <a:off x="1057540" y="3497763"/>
              <a:ext cx="7600638" cy="2309968"/>
              <a:chOff x="1541909" y="1348510"/>
              <a:chExt cx="5308846" cy="1613452"/>
            </a:xfrm>
          </p:grpSpPr>
          <p:pic>
            <p:nvPicPr>
              <p:cNvPr id="2070" name="Imagen 2069">
                <a:extLst>
                  <a:ext uri="{FF2B5EF4-FFF2-40B4-BE49-F238E27FC236}">
                    <a16:creationId xmlns:a16="http://schemas.microsoft.com/office/drawing/2014/main" id="{2205799D-E386-B7B1-2FDB-C6F97AC3C4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497513" y="1348510"/>
                <a:ext cx="3598487" cy="1613452"/>
              </a:xfrm>
              <a:prstGeom prst="rect">
                <a:avLst/>
              </a:prstGeom>
            </p:spPr>
          </p:pic>
          <p:sp>
            <p:nvSpPr>
              <p:cNvPr id="2072" name="CuadroTexto 2071">
                <a:extLst>
                  <a:ext uri="{FF2B5EF4-FFF2-40B4-BE49-F238E27FC236}">
                    <a16:creationId xmlns:a16="http://schemas.microsoft.com/office/drawing/2014/main" id="{221C0815-E53E-7613-FE8D-87776A6162C5}"/>
                  </a:ext>
                </a:extLst>
              </p:cNvPr>
              <p:cNvSpPr txBox="1"/>
              <p:nvPr/>
            </p:nvSpPr>
            <p:spPr>
              <a:xfrm>
                <a:off x="1541909" y="2001962"/>
                <a:ext cx="955604" cy="3224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L" sz="2400" dirty="0"/>
                  <a:t>Entradas</a:t>
                </a:r>
              </a:p>
            </p:txBody>
          </p:sp>
          <p:sp>
            <p:nvSpPr>
              <p:cNvPr id="2073" name="CuadroTexto 2072">
                <a:extLst>
                  <a:ext uri="{FF2B5EF4-FFF2-40B4-BE49-F238E27FC236}">
                    <a16:creationId xmlns:a16="http://schemas.microsoft.com/office/drawing/2014/main" id="{B2A75F7A-789E-64F1-C71C-1F829EE0815A}"/>
                  </a:ext>
                </a:extLst>
              </p:cNvPr>
              <p:cNvSpPr txBox="1"/>
              <p:nvPr/>
            </p:nvSpPr>
            <p:spPr>
              <a:xfrm>
                <a:off x="6038781" y="2001963"/>
                <a:ext cx="811974" cy="3224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L" sz="2400" dirty="0"/>
                  <a:t>Salidas</a:t>
                </a:r>
              </a:p>
            </p:txBody>
          </p:sp>
        </p:grpSp>
        <p:sp>
          <p:nvSpPr>
            <p:cNvPr id="2074" name="CuadroTexto 2073">
              <a:extLst>
                <a:ext uri="{FF2B5EF4-FFF2-40B4-BE49-F238E27FC236}">
                  <a16:creationId xmlns:a16="http://schemas.microsoft.com/office/drawing/2014/main" id="{2EAC18D1-1798-4648-8F95-4A488C560F55}"/>
                </a:ext>
              </a:extLst>
            </p:cNvPr>
            <p:cNvSpPr txBox="1"/>
            <p:nvPr/>
          </p:nvSpPr>
          <p:spPr>
            <a:xfrm>
              <a:off x="4119051" y="5807731"/>
              <a:ext cx="195335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CL" sz="2400" dirty="0"/>
                <a:t>Red neuronal</a:t>
              </a:r>
            </a:p>
          </p:txBody>
        </p:sp>
      </p:grpSp>
      <p:pic>
        <p:nvPicPr>
          <p:cNvPr id="2050" name="Picture 2" descr="openTELEMAC | EDF FR">
            <a:extLst>
              <a:ext uri="{FF2B5EF4-FFF2-40B4-BE49-F238E27FC236}">
                <a16:creationId xmlns:a16="http://schemas.microsoft.com/office/drawing/2014/main" id="{E2E9466A-8417-52CD-7207-23BDEB8F77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273" b="32589"/>
          <a:stretch/>
        </p:blipFill>
        <p:spPr bwMode="auto">
          <a:xfrm>
            <a:off x="3527101" y="1288708"/>
            <a:ext cx="5343428" cy="965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71" name="CuadroTexto 2070">
            <a:extLst>
              <a:ext uri="{FF2B5EF4-FFF2-40B4-BE49-F238E27FC236}">
                <a16:creationId xmlns:a16="http://schemas.microsoft.com/office/drawing/2014/main" id="{EFD4C49C-B6A7-2F53-F635-DF4E1534025C}"/>
              </a:ext>
            </a:extLst>
          </p:cNvPr>
          <p:cNvSpPr txBox="1"/>
          <p:nvPr/>
        </p:nvSpPr>
        <p:spPr>
          <a:xfrm>
            <a:off x="4938695" y="2254687"/>
            <a:ext cx="25202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2400" dirty="0"/>
              <a:t>Modelo numérico</a:t>
            </a:r>
          </a:p>
        </p:txBody>
      </p:sp>
      <p:pic>
        <p:nvPicPr>
          <p:cNvPr id="2079" name="Imagen 2078">
            <a:extLst>
              <a:ext uri="{FF2B5EF4-FFF2-40B4-BE49-F238E27FC236}">
                <a16:creationId xmlns:a16="http://schemas.microsoft.com/office/drawing/2014/main" id="{09A18DB2-D6DF-667C-5788-AAB03D520F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7099" y="1619409"/>
            <a:ext cx="574767" cy="272569"/>
          </a:xfrm>
          <a:prstGeom prst="rect">
            <a:avLst/>
          </a:prstGeom>
        </p:spPr>
      </p:pic>
      <p:pic>
        <p:nvPicPr>
          <p:cNvPr id="2080" name="Imagen 2079">
            <a:extLst>
              <a:ext uri="{FF2B5EF4-FFF2-40B4-BE49-F238E27FC236}">
                <a16:creationId xmlns:a16="http://schemas.microsoft.com/office/drawing/2014/main" id="{940EDE8E-34CB-3A40-6EB1-D0A495D2A2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9745" y="1626499"/>
            <a:ext cx="574767" cy="272569"/>
          </a:xfrm>
          <a:prstGeom prst="rect">
            <a:avLst/>
          </a:prstGeom>
        </p:spPr>
      </p:pic>
      <p:sp>
        <p:nvSpPr>
          <p:cNvPr id="2081" name="CuadroTexto 2080">
            <a:extLst>
              <a:ext uri="{FF2B5EF4-FFF2-40B4-BE49-F238E27FC236}">
                <a16:creationId xmlns:a16="http://schemas.microsoft.com/office/drawing/2014/main" id="{86296568-B8CB-CDCD-9FFC-B0B437603470}"/>
              </a:ext>
            </a:extLst>
          </p:cNvPr>
          <p:cNvSpPr txBox="1"/>
          <p:nvPr/>
        </p:nvSpPr>
        <p:spPr>
          <a:xfrm>
            <a:off x="2339967" y="1524860"/>
            <a:ext cx="13681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2400" dirty="0"/>
              <a:t>Entradas</a:t>
            </a:r>
          </a:p>
        </p:txBody>
      </p:sp>
      <p:sp>
        <p:nvSpPr>
          <p:cNvPr id="2082" name="CuadroTexto 2081">
            <a:extLst>
              <a:ext uri="{FF2B5EF4-FFF2-40B4-BE49-F238E27FC236}">
                <a16:creationId xmlns:a16="http://schemas.microsoft.com/office/drawing/2014/main" id="{42704D86-4A2B-074D-9945-8E6034D15730}"/>
              </a:ext>
            </a:extLst>
          </p:cNvPr>
          <p:cNvSpPr txBox="1"/>
          <p:nvPr/>
        </p:nvSpPr>
        <p:spPr>
          <a:xfrm>
            <a:off x="8689535" y="1521220"/>
            <a:ext cx="1162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2400" dirty="0"/>
              <a:t>Salidas</a:t>
            </a:r>
          </a:p>
        </p:txBody>
      </p:sp>
    </p:spTree>
    <p:extLst>
      <p:ext uri="{BB962C8B-B14F-4D97-AF65-F5344CB8AC3E}">
        <p14:creationId xmlns:p14="http://schemas.microsoft.com/office/powerpoint/2010/main" val="2584054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AD917674-7785-0092-9B8A-7D21768AD6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35810" y="643467"/>
            <a:ext cx="2506979" cy="55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2B533C5-E977-6521-AA5C-705062695A3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6015" r="29617"/>
          <a:stretch/>
        </p:blipFill>
        <p:spPr>
          <a:xfrm>
            <a:off x="7600281" y="643467"/>
            <a:ext cx="2604834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0521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n 24">
            <a:extLst>
              <a:ext uri="{FF2B5EF4-FFF2-40B4-BE49-F238E27FC236}">
                <a16:creationId xmlns:a16="http://schemas.microsoft.com/office/drawing/2014/main" id="{0566A419-8C28-BFE2-672E-DB318B7C82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017" y="162877"/>
            <a:ext cx="10981966" cy="283465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5B57756E-6F9C-AB44-B3CC-E49BB8F9ED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017" y="609219"/>
            <a:ext cx="10981966" cy="283465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1D434E74-11A9-5B0C-3326-0AF3FDD273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017" y="1055561"/>
            <a:ext cx="10981966" cy="283465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09CFA4D5-E75A-A722-A935-A2DE72A6D20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017" y="1501903"/>
            <a:ext cx="10981966" cy="283465"/>
          </a:xfrm>
          <a:prstGeom prst="rect">
            <a:avLst/>
          </a:prstGeom>
        </p:spPr>
      </p:pic>
      <p:pic>
        <p:nvPicPr>
          <p:cNvPr id="35" name="Imagen 34">
            <a:extLst>
              <a:ext uri="{FF2B5EF4-FFF2-40B4-BE49-F238E27FC236}">
                <a16:creationId xmlns:a16="http://schemas.microsoft.com/office/drawing/2014/main" id="{E5055FBE-4F54-9222-DCC0-17723FC4563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017" y="1948245"/>
            <a:ext cx="10981966" cy="283465"/>
          </a:xfrm>
          <a:prstGeom prst="rect">
            <a:avLst/>
          </a:prstGeom>
        </p:spPr>
      </p:pic>
      <p:pic>
        <p:nvPicPr>
          <p:cNvPr id="37" name="Imagen 36">
            <a:extLst>
              <a:ext uri="{FF2B5EF4-FFF2-40B4-BE49-F238E27FC236}">
                <a16:creationId xmlns:a16="http://schemas.microsoft.com/office/drawing/2014/main" id="{79D82C78-E43D-D735-517A-D136952CC5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017" y="2394587"/>
            <a:ext cx="10981966" cy="283465"/>
          </a:xfrm>
          <a:prstGeom prst="rect">
            <a:avLst/>
          </a:prstGeom>
        </p:spPr>
      </p:pic>
      <p:pic>
        <p:nvPicPr>
          <p:cNvPr id="39" name="Imagen 38">
            <a:extLst>
              <a:ext uri="{FF2B5EF4-FFF2-40B4-BE49-F238E27FC236}">
                <a16:creationId xmlns:a16="http://schemas.microsoft.com/office/drawing/2014/main" id="{33E119C0-8E3B-0BB1-7028-16F189065CB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017" y="2840929"/>
            <a:ext cx="10981966" cy="283465"/>
          </a:xfrm>
          <a:prstGeom prst="rect">
            <a:avLst/>
          </a:prstGeom>
        </p:spPr>
      </p:pic>
      <p:pic>
        <p:nvPicPr>
          <p:cNvPr id="43" name="Imagen 42">
            <a:extLst>
              <a:ext uri="{FF2B5EF4-FFF2-40B4-BE49-F238E27FC236}">
                <a16:creationId xmlns:a16="http://schemas.microsoft.com/office/drawing/2014/main" id="{4239568E-7D82-A727-A22E-B41AAA7714E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017" y="3287271"/>
            <a:ext cx="10981966" cy="283465"/>
          </a:xfrm>
          <a:prstGeom prst="rect">
            <a:avLst/>
          </a:prstGeom>
        </p:spPr>
      </p:pic>
      <p:pic>
        <p:nvPicPr>
          <p:cNvPr id="45" name="Imagen 44">
            <a:extLst>
              <a:ext uri="{FF2B5EF4-FFF2-40B4-BE49-F238E27FC236}">
                <a16:creationId xmlns:a16="http://schemas.microsoft.com/office/drawing/2014/main" id="{531B0A4E-B197-95EB-4CEA-74F997FAF0F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017" y="3733613"/>
            <a:ext cx="10981966" cy="283465"/>
          </a:xfrm>
          <a:prstGeom prst="rect">
            <a:avLst/>
          </a:prstGeom>
        </p:spPr>
      </p:pic>
      <p:pic>
        <p:nvPicPr>
          <p:cNvPr id="47" name="Imagen 46">
            <a:extLst>
              <a:ext uri="{FF2B5EF4-FFF2-40B4-BE49-F238E27FC236}">
                <a16:creationId xmlns:a16="http://schemas.microsoft.com/office/drawing/2014/main" id="{F6269FE1-BEC9-46B3-6915-B9496EF7AB2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017" y="4179955"/>
            <a:ext cx="10981966" cy="283465"/>
          </a:xfrm>
          <a:prstGeom prst="rect">
            <a:avLst/>
          </a:prstGeom>
        </p:spPr>
      </p:pic>
      <p:pic>
        <p:nvPicPr>
          <p:cNvPr id="49" name="Imagen 48">
            <a:extLst>
              <a:ext uri="{FF2B5EF4-FFF2-40B4-BE49-F238E27FC236}">
                <a16:creationId xmlns:a16="http://schemas.microsoft.com/office/drawing/2014/main" id="{1889412A-9E45-A873-3A79-1EFD9DF9F2B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017" y="4626297"/>
            <a:ext cx="10981966" cy="283465"/>
          </a:xfrm>
          <a:prstGeom prst="rect">
            <a:avLst/>
          </a:prstGeom>
        </p:spPr>
      </p:pic>
      <p:pic>
        <p:nvPicPr>
          <p:cNvPr id="53" name="Imagen 52">
            <a:extLst>
              <a:ext uri="{FF2B5EF4-FFF2-40B4-BE49-F238E27FC236}">
                <a16:creationId xmlns:a16="http://schemas.microsoft.com/office/drawing/2014/main" id="{F1B0EA29-C678-4684-1D9E-F24DCA2CCFC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017" y="5072639"/>
            <a:ext cx="10981966" cy="283465"/>
          </a:xfrm>
          <a:prstGeom prst="rect">
            <a:avLst/>
          </a:prstGeom>
        </p:spPr>
      </p:pic>
      <p:pic>
        <p:nvPicPr>
          <p:cNvPr id="55" name="Imagen 54">
            <a:extLst>
              <a:ext uri="{FF2B5EF4-FFF2-40B4-BE49-F238E27FC236}">
                <a16:creationId xmlns:a16="http://schemas.microsoft.com/office/drawing/2014/main" id="{E13D34B9-C1AF-D54D-CDC8-B185C01C50E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017" y="5518981"/>
            <a:ext cx="10981966" cy="283465"/>
          </a:xfrm>
          <a:prstGeom prst="rect">
            <a:avLst/>
          </a:prstGeom>
        </p:spPr>
      </p:pic>
      <p:pic>
        <p:nvPicPr>
          <p:cNvPr id="57" name="Imagen 56">
            <a:extLst>
              <a:ext uri="{FF2B5EF4-FFF2-40B4-BE49-F238E27FC236}">
                <a16:creationId xmlns:a16="http://schemas.microsoft.com/office/drawing/2014/main" id="{73000BCB-0FDA-6B0D-AB36-E8910C60B76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017" y="5965323"/>
            <a:ext cx="10981966" cy="283465"/>
          </a:xfrm>
          <a:prstGeom prst="rect">
            <a:avLst/>
          </a:prstGeom>
        </p:spPr>
      </p:pic>
      <p:pic>
        <p:nvPicPr>
          <p:cNvPr id="59" name="Imagen 58">
            <a:extLst>
              <a:ext uri="{FF2B5EF4-FFF2-40B4-BE49-F238E27FC236}">
                <a16:creationId xmlns:a16="http://schemas.microsoft.com/office/drawing/2014/main" id="{083C112B-2F6B-1271-2A37-EBC8B7D7EE3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017" y="6411665"/>
            <a:ext cx="10981966" cy="283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705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0952D2D5-F1B2-B684-B96A-ED35D0E9DD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564886"/>
            <a:ext cx="10905066" cy="3728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936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6AC3A98-B858-8C78-7435-DB4FA9A43A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9496" y="170996"/>
            <a:ext cx="5973009" cy="6516009"/>
          </a:xfrm>
          <a:prstGeom prst="rect">
            <a:avLst/>
          </a:prstGeom>
        </p:spPr>
      </p:pic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AB2920A8-A1A0-3E65-3E47-8E835D8FD807}"/>
              </a:ext>
            </a:extLst>
          </p:cNvPr>
          <p:cNvSpPr/>
          <p:nvPr/>
        </p:nvSpPr>
        <p:spPr>
          <a:xfrm>
            <a:off x="5097929" y="4155277"/>
            <a:ext cx="522942" cy="165711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A4550D5A-2690-CF77-2F5B-2B6367D2434E}"/>
              </a:ext>
            </a:extLst>
          </p:cNvPr>
          <p:cNvSpPr/>
          <p:nvPr/>
        </p:nvSpPr>
        <p:spPr>
          <a:xfrm>
            <a:off x="6095999" y="6145442"/>
            <a:ext cx="770965" cy="174676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14DED082-C4A1-657F-3B2B-F39CDD8D6E7C}"/>
              </a:ext>
            </a:extLst>
          </p:cNvPr>
          <p:cNvSpPr/>
          <p:nvPr/>
        </p:nvSpPr>
        <p:spPr>
          <a:xfrm>
            <a:off x="6355976" y="1967889"/>
            <a:ext cx="412377" cy="174676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67562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B435870-D691-E6EE-E34D-A60F573C397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" b="540"/>
          <a:stretch/>
        </p:blipFill>
        <p:spPr>
          <a:xfrm>
            <a:off x="196850" y="173518"/>
            <a:ext cx="11798300" cy="6512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54929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28</Words>
  <Application>Microsoft Office PowerPoint</Application>
  <PresentationFormat>Panorámica</PresentationFormat>
  <Paragraphs>9</Paragraphs>
  <Slides>7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Tema de Office</vt:lpstr>
      <vt:lpstr>Avance de tesis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Avance de tesis</dc:title>
  <dc:creator>Jonathan P</dc:creator>
  <cp:lastModifiedBy>Jonathan P</cp:lastModifiedBy>
  <cp:revision>2</cp:revision>
  <dcterms:created xsi:type="dcterms:W3CDTF">2024-04-05T03:58:41Z</dcterms:created>
  <dcterms:modified xsi:type="dcterms:W3CDTF">2024-04-05T13:55:32Z</dcterms:modified>
</cp:coreProperties>
</file>